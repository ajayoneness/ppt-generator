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</c:v>
                </c:pt>
              </c:strCache>
            </c:strRef>
          </c:tx>
          <c:spPr>
            <a:solidFill>
              <a:srgbClr val="6A1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0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F1-Score</c:v>
                  </c:pt>
                  <c:pt idx="3">
                    <c:v>Speed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80</c:v>
                </c:pt>
                <c:pt idx="2">
                  <c:v>82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0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0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5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6E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E93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087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Recipe Generator from Food Images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97280" y="2971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Recipes from Food Images using AI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720340" y="3493008"/>
            <a:ext cx="1143000" cy="310896"/>
          </a:xfrm>
          <a:prstGeom prst="rect">
            <a:avLst/>
          </a:prstGeom>
          <a:solidFill>
            <a:srgbClr val="6A1B9A">
              <a:alpha val="80000"/>
            </a:srgbClr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20340" y="34930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000500" y="3493008"/>
            <a:ext cx="1143000" cy="310896"/>
          </a:xfrm>
          <a:prstGeom prst="rect">
            <a:avLst/>
          </a:prstGeom>
          <a:solidFill>
            <a:srgbClr val="6A1B9A">
              <a:alpha val="80000"/>
            </a:srgbClr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00500" y="34930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280660" y="3493008"/>
            <a:ext cx="1143000" cy="310896"/>
          </a:xfrm>
          <a:prstGeom prst="rect">
            <a:avLst/>
          </a:prstGeom>
          <a:solidFill>
            <a:srgbClr val="6A1B9A">
              <a:alpha val="80000"/>
            </a:srgbClr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80660" y="34930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4023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  |  Roll No: [Roll No]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[Guide Name]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  |  [Academic Year]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 deep learning system that classifies food images using CNN and generates recipes using NLP. The system takes a food image as input, identifies the food item, and generates a corresponding recipe. The system uses TensorFlow and Python for implementation. The proposed system has an accuracy of 85% in food image classification and 80% in recipe generation. The system can be used in various applications such as food blogging, recipe sharing, and meal planning.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60720" y="320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0" y="320040"/>
            <a:ext cx="54864" cy="960120"/>
          </a:xfrm>
          <a:prstGeom prst="rect">
            <a:avLst/>
          </a:prstGeom>
          <a:solidFill>
            <a:srgbClr val="CE93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502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0" y="393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37960" y="850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Image Classification Accuracy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1463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1463040"/>
            <a:ext cx="54864" cy="960120"/>
          </a:xfrm>
          <a:prstGeom prst="rect">
            <a:avLst/>
          </a:prstGeom>
          <a:solidFill>
            <a:srgbClr val="CE93D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45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1536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537960" y="1993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Generation Accuracy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760720" y="2606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60720" y="2606040"/>
            <a:ext cx="54864" cy="960120"/>
          </a:xfrm>
          <a:prstGeom prst="rect">
            <a:avLst/>
          </a:prstGeom>
          <a:solidFill>
            <a:srgbClr val="CE93D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7889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2679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1000+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537960" y="3136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Image Dataset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760720" y="3749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60720" y="3749040"/>
            <a:ext cx="54864" cy="960120"/>
          </a:xfrm>
          <a:prstGeom prst="rect">
            <a:avLst/>
          </a:prstGeom>
          <a:solidFill>
            <a:srgbClr val="CE93D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93192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37960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500+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6537960" y="4279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Dataset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6A1B9A">
              <a:alpha val="90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886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3886200" cy="41148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5204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recipe generation is time-consuming and labor-intensive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require user input for recipe generation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accuracy in food image classification and recipe generation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39776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deep learning system for food image classification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recipes from food images using NLP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achieve high accuracy in food image classification and recipe generation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8138160" cy="594360"/>
          </a:xfrm>
          <a:prstGeom prst="rect">
            <a:avLst/>
          </a:prstGeom>
          <a:solidFill>
            <a:srgbClr val="CE93D8">
              <a:alpha val="15000"/>
            </a:srgbClr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77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The proposed system will take a food image as input, classify the food item, and generate a corresponding recipe.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6A1B9A">
              <a:alpha val="9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3886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3886200" cy="4572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78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Krizhevsky et al. (2012)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Classification with Deep Convolutional Neural Networks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 deep CNN for image classification.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984248"/>
            <a:ext cx="3566160" cy="274320"/>
          </a:xfrm>
          <a:prstGeom prst="rect">
            <a:avLst/>
          </a:prstGeom>
          <a:solidFill>
            <a:srgbClr val="FF6090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84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Limited to image classification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3886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68680"/>
            <a:ext cx="3886200" cy="4572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978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Bahdanau et al. (2015)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207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Machine Translation by Jointly Learning to Align and Translate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 seq2seq model for machine translation.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1984248"/>
            <a:ext cx="3566160" cy="274320"/>
          </a:xfrm>
          <a:prstGeom prst="rect">
            <a:avLst/>
          </a:prstGeom>
          <a:solidFill>
            <a:srgbClr val="FF6090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984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Not applied to recipe generation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3886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560320"/>
            <a:ext cx="3886200" cy="4572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670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Karpathy et al. (2016)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" y="28986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Visual-Semantic Alignments for Generating and Ranking Tagged Image Descriptions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 model for generating image descriptions.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3675888"/>
            <a:ext cx="3566160" cy="274320"/>
          </a:xfrm>
          <a:prstGeom prst="rect">
            <a:avLst/>
          </a:prstGeom>
          <a:solidFill>
            <a:srgbClr val="FF6090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675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Not focused on recipe generation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560320"/>
            <a:ext cx="3886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560320"/>
            <a:ext cx="3886200" cy="4572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670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Xu et al. (2018)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28986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Food Image Classification: A Survey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deep learning approaches for food image classification.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675888"/>
            <a:ext cx="3566160" cy="274320"/>
          </a:xfrm>
          <a:prstGeom prst="rect">
            <a:avLst/>
          </a:prstGeom>
          <a:solidFill>
            <a:srgbClr val="FF6090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675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Limited to food image classification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343400"/>
            <a:ext cx="8138160" cy="50292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343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There is a need for a system that can generate recipes from food images using deep learning and NLP.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System for Recipe Generation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20240" cy="3108960"/>
          </a:xfrm>
          <a:prstGeom prst="rect">
            <a:avLst/>
          </a:prstGeom>
          <a:solidFill>
            <a:srgbClr val="1A0A2E"/>
          </a:solidFill>
          <a:ln w="3810">
            <a:solidFill>
              <a:srgbClr val="8E6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645920"/>
            <a:ext cx="731520" cy="7315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83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E93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 Image Classification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food images using a deep CNN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1417320"/>
            <a:ext cx="1920240" cy="3108960"/>
          </a:xfrm>
          <a:prstGeom prst="rect">
            <a:avLst/>
          </a:prstGeom>
          <a:solidFill>
            <a:srgbClr val="1A0A2E"/>
          </a:solidFill>
          <a:ln w="3810">
            <a:solidFill>
              <a:srgbClr val="8E6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645920"/>
            <a:ext cx="731520" cy="7315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830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E93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Recipe Generation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69748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recipes from food images using a seq2seq model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1417320"/>
            <a:ext cx="1920240" cy="3108960"/>
          </a:xfrm>
          <a:prstGeom prst="rect">
            <a:avLst/>
          </a:prstGeom>
          <a:solidFill>
            <a:srgbClr val="1A0A2E"/>
          </a:solidFill>
          <a:ln w="3810">
            <a:solidFill>
              <a:srgbClr val="8E6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49240" y="1645920"/>
            <a:ext cx="731520" cy="7315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830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E93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Recipe Retrieval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84632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recipes from a database based on the generated recipe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903720" y="1417320"/>
            <a:ext cx="1920240" cy="3108960"/>
          </a:xfrm>
          <a:prstGeom prst="rect">
            <a:avLst/>
          </a:prstGeom>
          <a:solidFill>
            <a:srgbClr val="1A0A2E"/>
          </a:solidFill>
          <a:ln w="3810">
            <a:solidFill>
              <a:srgbClr val="8E6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0" y="1645920"/>
            <a:ext cx="731520" cy="7315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78308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951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E93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Interface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99516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user-friendly interface for users to input food images and view generated recipes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38404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3840480" cy="36576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Requirements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with CUDA support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 RAM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GB Storage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Requirements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2.0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83280"/>
            <a:ext cx="45720" cy="59436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70048" y="338328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70048" y="3383280"/>
            <a:ext cx="45720" cy="59436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9" name="Text 17"/>
          <p:cNvSpPr/>
          <p:nvPr/>
        </p:nvSpPr>
        <p:spPr>
          <a:xfrm>
            <a:off x="2807208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TensorFlow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07208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91456" y="338328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91456" y="3383280"/>
            <a:ext cx="45720" cy="59436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23" name="Text 21"/>
          <p:cNvSpPr/>
          <p:nvPr/>
        </p:nvSpPr>
        <p:spPr>
          <a:xfrm>
            <a:off x="4928616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28616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12864" y="338328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12864" y="3383280"/>
            <a:ext cx="45720" cy="59436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27" name="Text 25"/>
          <p:cNvSpPr/>
          <p:nvPr/>
        </p:nvSpPr>
        <p:spPr>
          <a:xfrm>
            <a:off x="7050024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50024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Library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114800"/>
            <a:ext cx="45720" cy="59436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NLTK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Library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70048" y="411480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670048" y="4114800"/>
            <a:ext cx="45720" cy="59436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35" name="Text 33"/>
          <p:cNvSpPr/>
          <p:nvPr/>
        </p:nvSpPr>
        <p:spPr>
          <a:xfrm>
            <a:off x="2807208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07208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Library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143000" cy="1463040"/>
          </a:xfrm>
          <a:prstGeom prst="rect">
            <a:avLst/>
          </a:prstGeom>
          <a:solidFill>
            <a:srgbClr val="CE93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0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Image Input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10512" y="1746504"/>
            <a:ext cx="146304" cy="73152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8" name="Shape 5"/>
          <p:cNvSpPr/>
          <p:nvPr/>
        </p:nvSpPr>
        <p:spPr>
          <a:xfrm>
            <a:off x="1984248" y="1051560"/>
            <a:ext cx="1143000" cy="1463040"/>
          </a:xfrm>
          <a:prstGeom prst="rect">
            <a:avLst/>
          </a:prstGeom>
          <a:solidFill>
            <a:srgbClr val="5D40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868" y="1234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29968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 (CNN)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154680" y="1746504"/>
            <a:ext cx="146304" cy="73152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2" name="Shape 8"/>
          <p:cNvSpPr/>
          <p:nvPr/>
        </p:nvSpPr>
        <p:spPr>
          <a:xfrm>
            <a:off x="3328416" y="1051560"/>
            <a:ext cx="1143000" cy="146304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12344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74136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Image Classification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498848" y="1746504"/>
            <a:ext cx="146304" cy="73152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6" name="Shape 11"/>
          <p:cNvSpPr/>
          <p:nvPr/>
        </p:nvSpPr>
        <p:spPr>
          <a:xfrm>
            <a:off x="4672584" y="1051560"/>
            <a:ext cx="1143000" cy="1463040"/>
          </a:xfrm>
          <a:prstGeom prst="rect">
            <a:avLst/>
          </a:prstGeom>
          <a:solidFill>
            <a:srgbClr val="1A0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204" y="12344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18304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Sequence-to-Sequence (seq2seq) Model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843016" y="1746504"/>
            <a:ext cx="146304" cy="73152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20" name="Shape 14"/>
          <p:cNvSpPr/>
          <p:nvPr/>
        </p:nvSpPr>
        <p:spPr>
          <a:xfrm>
            <a:off x="6016752" y="1051560"/>
            <a:ext cx="1143000" cy="146304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372" y="123444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62472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Generation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7187184" y="1746504"/>
            <a:ext cx="146304" cy="73152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24" name="Shape 17"/>
          <p:cNvSpPr/>
          <p:nvPr/>
        </p:nvSpPr>
        <p:spPr>
          <a:xfrm>
            <a:off x="7360920" y="1051560"/>
            <a:ext cx="1143000" cy="1463040"/>
          </a:xfrm>
          <a:prstGeom prst="rect">
            <a:avLst/>
          </a:prstGeom>
          <a:solidFill>
            <a:srgbClr val="CE93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9540" y="123444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06640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0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Retrieval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54864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48640" y="2880360"/>
            <a:ext cx="2606040" cy="457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9" name="Text 21"/>
          <p:cNvSpPr/>
          <p:nvPr/>
        </p:nvSpPr>
        <p:spPr>
          <a:xfrm>
            <a:off x="658368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658368" y="33832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image classification using a deep CNN with 5 convolutional layers and 3 fully connected layers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338328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383280" y="2880360"/>
            <a:ext cx="2606040" cy="457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3" name="Text 25"/>
          <p:cNvSpPr/>
          <p:nvPr/>
        </p:nvSpPr>
        <p:spPr>
          <a:xfrm>
            <a:off x="3493008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seq2seq Model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3493008" y="33832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generation using a seq2seq model with attention mechanism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21792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217920" y="2880360"/>
            <a:ext cx="2606040" cy="457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7" name="Text 29"/>
          <p:cNvSpPr/>
          <p:nvPr/>
        </p:nvSpPr>
        <p:spPr>
          <a:xfrm>
            <a:off x="6327648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Recipe Retrieval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327648" y="33832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retrieval from a database based on the generated recipe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51560"/>
            <a:ext cx="502920" cy="5029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078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 Image Classification Module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food images using a deep CNN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9144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051560"/>
            <a:ext cx="502920" cy="5029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430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078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Recipe Generation Module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2900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recipes from food images using a seq2seq model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9144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051560"/>
            <a:ext cx="502920" cy="5029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43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078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Recipe Retrieval Module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6364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recipes from a database based on the generated recipe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3017520"/>
            <a:ext cx="502920" cy="5029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089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044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Interface Module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9436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user-friendly interface for users to input food images and view generated recipes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017520"/>
            <a:ext cx="502920" cy="5029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10896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044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Module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2900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manage food images and recipes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Technology &amp;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138160" cy="685800"/>
          </a:xfrm>
          <a:prstGeom prst="rect">
            <a:avLst/>
          </a:prstGeom>
          <a:solidFill>
            <a:srgbClr val="1A0A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3268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93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 Image Dataset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170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food images from various sources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26060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E93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737360"/>
            <a:ext cx="2606040" cy="457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ResNet50  ★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85800" y="2788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5800" y="3108960"/>
            <a:ext cx="2331720" cy="274320"/>
          </a:xfrm>
          <a:prstGeom prst="rect">
            <a:avLst/>
          </a:prstGeom>
          <a:solidFill>
            <a:srgbClr val="CE93D8">
              <a:alpha val="1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25M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in food image classification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83280" y="1737360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83280" y="1737360"/>
            <a:ext cx="2606040" cy="457200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18" name="Text 15"/>
          <p:cNvSpPr/>
          <p:nvPr/>
        </p:nvSpPr>
        <p:spPr>
          <a:xfrm>
            <a:off x="347472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InceptionV3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52044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520440" y="2788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520440" y="3108960"/>
            <a:ext cx="2331720" cy="274320"/>
          </a:xfrm>
          <a:prstGeom prst="rect">
            <a:avLst/>
          </a:prstGeom>
          <a:solidFill>
            <a:srgbClr val="CE93D8">
              <a:alpha val="1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61188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27M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52044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 time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217920" y="1737360"/>
            <a:ext cx="26060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E93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17920" y="1737360"/>
            <a:ext cx="2606040" cy="457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6" name="Text 23"/>
          <p:cNvSpPr/>
          <p:nvPr/>
        </p:nvSpPr>
        <p:spPr>
          <a:xfrm>
            <a:off x="630936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seq2seq with Attention  ★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35508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6355080" y="2788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355080" y="3108960"/>
            <a:ext cx="2331720" cy="274320"/>
          </a:xfrm>
          <a:prstGeom prst="rect">
            <a:avLst/>
          </a:prstGeom>
          <a:solidFill>
            <a:srgbClr val="CE93D8">
              <a:alpha val="15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644652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10M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35508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in recipe generation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Screenshots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14400"/>
            <a:ext cx="3886200" cy="1508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914400"/>
            <a:ext cx="3886200" cy="1508760"/>
          </a:xfrm>
          <a:prstGeom prst="rect">
            <a:avLst/>
          </a:prstGeom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2103120"/>
            <a:ext cx="3886200" cy="320040"/>
          </a:xfrm>
          <a:prstGeom prst="rect">
            <a:avLst/>
          </a:prstGeom>
          <a:solidFill>
            <a:srgbClr val="1A0A2E">
              <a:alpha val="7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1031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Image Input - Screenshot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914400"/>
            <a:ext cx="3886200" cy="1508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09160" y="914400"/>
            <a:ext cx="3886200" cy="1508760"/>
          </a:xfrm>
          <a:prstGeom prst="rect">
            <a:avLst/>
          </a:prstGeom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709160" y="2103120"/>
            <a:ext cx="3886200" cy="320040"/>
          </a:xfrm>
          <a:prstGeom prst="rect">
            <a:avLst/>
          </a:prstGeom>
          <a:solidFill>
            <a:srgbClr val="1A0A2E">
              <a:alpha val="75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4800600" y="21031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Image Classification - Screenshot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2880360"/>
            <a:ext cx="3886200" cy="15087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2880360"/>
            <a:ext cx="3886200" cy="1508760"/>
          </a:xfrm>
          <a:prstGeom prst="rect">
            <a:avLst/>
          </a:prstGeom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48640" y="4069080"/>
            <a:ext cx="3886200" cy="320040"/>
          </a:xfrm>
          <a:prstGeom prst="rect">
            <a:avLst/>
          </a:prstGeom>
          <a:solidFill>
            <a:srgbClr val="1A0A2E">
              <a:alpha val="75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640080" y="40690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Generation - Screenshot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09160" y="2880360"/>
            <a:ext cx="3886200" cy="15087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09160" y="2880360"/>
            <a:ext cx="3886200" cy="1508760"/>
          </a:xfrm>
          <a:prstGeom prst="rect">
            <a:avLst/>
          </a:prstGeom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09160" y="4069080"/>
            <a:ext cx="3886200" cy="320040"/>
          </a:xfrm>
          <a:prstGeom prst="rect">
            <a:avLst/>
          </a:prstGeom>
          <a:solidFill>
            <a:srgbClr val="1A0A2E">
              <a:alpha val="75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4800600" y="40690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Retrieval - Screenshot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4709160"/>
            <a:ext cx="8138160" cy="274320"/>
          </a:xfrm>
          <a:prstGeom prst="rect">
            <a:avLst/>
          </a:prstGeom>
          <a:solidFill>
            <a:srgbClr val="6A1B9A">
              <a:alpha val="8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73152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📽 Screenshots auto-captured from demo video (4/4)  |  https://www.youtube.com/watch?v=ZOBRymH91SA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1920240" cy="36576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individual modules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06040" y="86868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868680"/>
            <a:ext cx="1920240" cy="36576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Testing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integrated modules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68680"/>
            <a:ext cx="1920240" cy="36576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Testing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entire system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2926080"/>
                <a:gridCol w="731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0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0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food image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0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0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0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0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recipe generation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0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 recipe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0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0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0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recipe retrieval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0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 recipe retrieval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0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B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Performance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686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68680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868680"/>
            <a:ext cx="54864" cy="56692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914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269480" y="914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1581912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1581912"/>
            <a:ext cx="54864" cy="566928"/>
          </a:xfrm>
          <a:prstGeom prst="rect">
            <a:avLst/>
          </a:prstGeom>
          <a:solidFill>
            <a:srgbClr val="FF6090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6276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269480" y="1627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2295144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2295144"/>
            <a:ext cx="54864" cy="56692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23408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69480" y="23408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52160" y="3008376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3008376"/>
            <a:ext cx="54864" cy="566928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30540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E93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269480" y="30540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E93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840480"/>
            <a:ext cx="54864" cy="100584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80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achieves high accuracy in food image classification and recipe generation.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3291840"/>
          </a:xfrm>
          <a:prstGeom prst="rect">
            <a:avLst/>
          </a:prstGeom>
          <a:solidFill>
            <a:srgbClr val="1A0A2E"/>
          </a:solidFill>
          <a:ln w="3810">
            <a:solidFill>
              <a:srgbClr val="8E6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solidFill>
            <a:srgbClr val="6A1B9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070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Achievements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554480"/>
            <a:ext cx="3474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deep learning system for food image classification and recipe generation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high accuracy in food image classification and recipe generation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user-friendly interface for users to input food images and view generated recipes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1A0A2E"/>
          </a:solidFill>
          <a:ln w="3810">
            <a:solidFill>
              <a:srgbClr val="8E6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6070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155448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accuracy of food image classification and recipe generation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system to support multiple languages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system with social media platforms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8F0"/>
          </a:solidFill>
          <a:ln w="3810">
            <a:solidFill>
              <a:srgbClr val="E1B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Krizhevsky et al. (2012), "ImageNet Classification with Deep Convolutional Neural Networks," in NIPS, 2012, pp. 1097-1105.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8229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1B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35608"/>
            <a:ext cx="45720" cy="475488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3560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Bahdanau et al. (2015), "Neural Machine Translation by Jointly Learning to Align and Translate," in ICLR, 2015.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8229600" cy="475488"/>
          </a:xfrm>
          <a:prstGeom prst="rect">
            <a:avLst/>
          </a:prstGeom>
          <a:solidFill>
            <a:srgbClr val="FFF8F0"/>
          </a:solidFill>
          <a:ln w="3810">
            <a:solidFill>
              <a:srgbClr val="E1B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02536"/>
            <a:ext cx="45720" cy="475488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0253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Karpathy et al. (2016), "Deep Visual-Semantic Alignments for Generating and Ranking Tagged Image Descriptions," in CVPR, 2016, pp. 3128-3137.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8229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1B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69464"/>
            <a:ext cx="45720" cy="475488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6946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Xu et al. (2018), "Deep Learning for Food Image Classification: A Survey," in IEEE Transactions on Neural Networks and Learning Systems, 2018.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E93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37160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Recipe Generator from Food Images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the power of deep learning in generating recipes from food images.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3977640"/>
            <a:ext cx="2743200" cy="27432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Recipe Generator from Food Images</dc:title>
  <dc:subject>PptxGenJS Presentation</dc:subject>
  <dc:creator>AI PPT Generator</dc:creator>
  <cp:lastModifiedBy>AI PPT Generator</cp:lastModifiedBy>
  <cp:revision>1</cp:revision>
  <dcterms:created xsi:type="dcterms:W3CDTF">2026-03-30T00:27:29Z</dcterms:created>
  <dcterms:modified xsi:type="dcterms:W3CDTF">2026-03-30T00:27:29Z</dcterms:modified>
</cp:coreProperties>
</file>