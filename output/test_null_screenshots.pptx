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solidFill>
            <a:srgbClr val="1565C0">
              <a:alpha val="80000"/>
            </a:srgbClr>
          </a:solidFill>
          <a:ln w="6350">
            <a:solidFill>
              <a:srgbClr val="29B6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320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320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02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393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960" y="850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1463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463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60720" y="2606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0720" y="2606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679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3796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760720" y="3749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0720" y="3749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319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537960" y="4279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8862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8138160" cy="594360"/>
          </a:xfrm>
          <a:prstGeom prst="rect">
            <a:avLst/>
          </a:prstGeom>
          <a:solidFill>
            <a:srgbClr val="29B6F6">
              <a:alpha val="15000"/>
            </a:srgbClr>
          </a:solidFill>
          <a:ln w="6350">
            <a:solidFill>
              <a:srgbClr val="29B6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86200" cy="4572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984248"/>
            <a:ext cx="3566160" cy="274320"/>
          </a:xfrm>
          <a:prstGeom prst="rect">
            <a:avLst/>
          </a:prstGeom>
          <a:solidFill>
            <a:srgbClr val="00BCD4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81381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gap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9748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84632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90372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830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99516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404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Requirements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Requirements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143000" cy="1463040"/>
          </a:xfrm>
          <a:prstGeom prst="rect">
            <a:avLst/>
          </a:prstGeom>
          <a:solidFill>
            <a:srgbClr val="29B6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10512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8" name="Shape 5"/>
          <p:cNvSpPr/>
          <p:nvPr/>
        </p:nvSpPr>
        <p:spPr>
          <a:xfrm>
            <a:off x="1984248" y="1051560"/>
            <a:ext cx="1143000" cy="1463040"/>
          </a:xfrm>
          <a:prstGeom prst="rect">
            <a:avLst/>
          </a:prstGeom>
          <a:solidFill>
            <a:srgbClr val="5D40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29968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154680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2" name="Shape 8"/>
          <p:cNvSpPr/>
          <p:nvPr/>
        </p:nvSpPr>
        <p:spPr>
          <a:xfrm>
            <a:off x="3328416" y="1051560"/>
            <a:ext cx="1143000" cy="14630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74136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98848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6" name="Shape 11"/>
          <p:cNvSpPr/>
          <p:nvPr/>
        </p:nvSpPr>
        <p:spPr>
          <a:xfrm>
            <a:off x="4672584" y="1051560"/>
            <a:ext cx="114300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1234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18304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843016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016752" y="1051560"/>
            <a:ext cx="1143000" cy="14630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12344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62472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187184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4" name="Shape 17"/>
          <p:cNvSpPr/>
          <p:nvPr/>
        </p:nvSpPr>
        <p:spPr>
          <a:xfrm>
            <a:off x="7360920" y="1051560"/>
            <a:ext cx="1143000" cy="1463040"/>
          </a:xfrm>
          <a:prstGeom prst="rect">
            <a:avLst/>
          </a:prstGeom>
          <a:solidFill>
            <a:srgbClr val="29B6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0" y="12344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0664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486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48640" y="288036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1"/>
          <p:cNvSpPr/>
          <p:nvPr/>
        </p:nvSpPr>
        <p:spPr>
          <a:xfrm>
            <a:off x="65836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5836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38328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383280" y="288036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25"/>
          <p:cNvSpPr/>
          <p:nvPr/>
        </p:nvSpPr>
        <p:spPr>
          <a:xfrm>
            <a:off x="349300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49300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1792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0" y="288036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29"/>
          <p:cNvSpPr/>
          <p:nvPr/>
        </p:nvSpPr>
        <p:spPr>
          <a:xfrm>
            <a:off x="632764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32764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05156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05156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017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17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6364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138160" cy="6858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326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170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37360"/>
            <a:ext cx="26060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5M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204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2044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520440" y="3108960"/>
            <a:ext cx="233172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10M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204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1792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26" name="Text 23"/>
          <p:cNvSpPr/>
          <p:nvPr/>
        </p:nvSpPr>
        <p:spPr>
          <a:xfrm>
            <a:off x="630936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55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35508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55080" y="3108960"/>
            <a:ext cx="233172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3M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550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25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406908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813816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https://youtube.com/watch?v=test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92608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68680"/>
            <a:ext cx="54864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6948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5819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581912"/>
            <a:ext cx="54864" cy="5669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69480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29514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295144"/>
            <a:ext cx="54864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69480" y="2340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300837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08376"/>
            <a:ext cx="54864" cy="56692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30540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6948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29184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0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554480"/>
            <a:ext cx="3474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607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ref one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3977640"/>
            <a:ext cx="2743200" cy="2743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PptxGenJS Presentation</dc:subject>
  <dc:creator>AI PPT Generator</dc:creator>
  <cp:lastModifiedBy>AI PPT Generator</cp:lastModifiedBy>
  <cp:revision>1</cp:revision>
  <dcterms:created xsi:type="dcterms:W3CDTF">2026-03-29T23:59:35Z</dcterms:created>
  <dcterms:modified xsi:type="dcterms:W3CDTF">2026-03-29T23:59:35Z</dcterms:modified>
</cp:coreProperties>
</file>