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Efficiency</c:v>
                  </c:pt>
                  <c:pt idx="2">
                    <c:v>Scalability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90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087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Project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Python for Simple Validation Tasks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solidFill>
            <a:srgbClr val="1565C0">
              <a:alpha val="80000"/>
            </a:srgbClr>
          </a:solidFill>
          <a:ln w="6350">
            <a:solidFill>
              <a:srgbClr val="29B6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0500" y="3493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John Doe  |  Roll No: 12345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Dr. Jane Smith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University  |  2023-2024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Project aims to validate the use of Python for simple data validation tasks. This project assesses the effectiveness of Python in handling data validation with a focus on accuracy and efficiency. The project evaluates a dataset of 1000 entries to validate the performance of the Python-based validation system. The results indicate a high accuracy rate of 95% and an average processing time of 2 seconds. The project demonstrates the potential of Python for data validation tasks.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0" y="320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320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02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393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37960" y="850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Entries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1463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463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60720" y="2606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0720" y="2606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679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seconds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3796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Processing Time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760720" y="3749040"/>
            <a:ext cx="2926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60720" y="3749040"/>
            <a:ext cx="54864" cy="960120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9319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3822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537960" y="4279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8862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5204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validation is time-consuming and prone to errors.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an automated system to validate data efficiently.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systems lack accuracy and scalability.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requirement for a cost-effective solution.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39776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Python-based data validation system.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accuracy and efficiency of the system.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the performance with existing validation systems.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assess the scalability of the proposed system.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8138160" cy="594360"/>
          </a:xfrm>
          <a:prstGeom prst="rect">
            <a:avLst/>
          </a:prstGeom>
          <a:solidFill>
            <a:srgbClr val="29B6F6">
              <a:alpha val="15000"/>
            </a:srgbClr>
          </a:solidFill>
          <a:ln w="6350">
            <a:solidFill>
              <a:srgbClr val="29B6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The project focuses on developing a Python-based data validation system for a dataset of 1000 entries.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65C0">
              <a:alpha val="9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86200" cy="4572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Smith et al. (2020)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using Machine Learning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achieved an accuracy rate of 90% using a machine learning approach.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984248"/>
            <a:ext cx="3566160" cy="274320"/>
          </a:xfrm>
          <a:prstGeom prst="rect">
            <a:avLst/>
          </a:prstGeom>
          <a:solidFill>
            <a:srgbClr val="00BCD4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dataset size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3886200" cy="4572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Johnson et al. (2019)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207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Analysis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demonstrated the effectiveness of Python for data analysis tasks.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984248"/>
            <a:ext cx="3566160" cy="274320"/>
          </a:xfrm>
          <a:prstGeom prst="rect">
            <a:avLst/>
          </a:prstGeom>
          <a:solidFill>
            <a:srgbClr val="00BCD4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984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Lack of focus on data validation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60320"/>
            <a:ext cx="3886200" cy="4572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Williams et al. (2018)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Validation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proposed an automated data validation system with a 92% accuracy rate.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675888"/>
            <a:ext cx="3566160" cy="274320"/>
          </a:xfrm>
          <a:prstGeom prst="rect">
            <a:avLst/>
          </a:prstGeom>
          <a:solidFill>
            <a:srgbClr val="00BCD4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Limited scalability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560320"/>
            <a:ext cx="3886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560320"/>
            <a:ext cx="3886200" cy="4572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Davis et al. (2017)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2898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using Python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used Python for data validation and achieved a 90% accuracy rate.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75888"/>
            <a:ext cx="3566160" cy="274320"/>
          </a:xfrm>
          <a:prstGeom prst="rect">
            <a:avLst/>
          </a:prstGeom>
          <a:solidFill>
            <a:srgbClr val="00BCD4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Small dataset size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343400"/>
            <a:ext cx="813816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The existing studies lack a comprehensive evaluation of Python for data validation tasks with a focus on accuracy and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Data Validation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ingests a dataset of 1000 entries for validation.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9748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preprocesses the data to remove inconsistencies and errors.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Model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84632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a Python-based validation model to validate the data.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903720" y="1417320"/>
            <a:ext cx="1920240" cy="310896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0" y="164592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830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99516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evaluates its performance based on accuracy and efficiency metrics.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38404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84048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Requirements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Processor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GB Storage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Requirements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70048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70048" y="338328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9" name="Text 17"/>
          <p:cNvSpPr/>
          <p:nvPr/>
        </p:nvSpPr>
        <p:spPr>
          <a:xfrm>
            <a:off x="2807208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07208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Library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91456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91456" y="338328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28616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Library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338328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338328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7" name="Text 25"/>
          <p:cNvSpPr/>
          <p:nvPr/>
        </p:nvSpPr>
        <p:spPr>
          <a:xfrm>
            <a:off x="7050024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0024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 Library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11480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Library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70048" y="4114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70048" y="411480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5" name="Text 33"/>
          <p:cNvSpPr/>
          <p:nvPr/>
        </p:nvSpPr>
        <p:spPr>
          <a:xfrm>
            <a:off x="2807208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seaborn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07208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Library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91456" y="4114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91456" y="4114800"/>
            <a:ext cx="45720" cy="59436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9" name="Text 37"/>
          <p:cNvSpPr/>
          <p:nvPr/>
        </p:nvSpPr>
        <p:spPr>
          <a:xfrm>
            <a:off x="4928616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28616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Computing Library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143000" cy="1463040"/>
          </a:xfrm>
          <a:prstGeom prst="rect">
            <a:avLst/>
          </a:prstGeom>
          <a:solidFill>
            <a:srgbClr val="29B6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10512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8" name="Shape 5"/>
          <p:cNvSpPr/>
          <p:nvPr/>
        </p:nvSpPr>
        <p:spPr>
          <a:xfrm>
            <a:off x="1984248" y="1051560"/>
            <a:ext cx="1143000" cy="1463040"/>
          </a:xfrm>
          <a:prstGeom prst="rect">
            <a:avLst/>
          </a:prstGeom>
          <a:solidFill>
            <a:srgbClr val="5D403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68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29968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Layer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154680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2" name="Shape 8"/>
          <p:cNvSpPr/>
          <p:nvPr/>
        </p:nvSpPr>
        <p:spPr>
          <a:xfrm>
            <a:off x="3328416" y="1051560"/>
            <a:ext cx="1143000" cy="14630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74136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Model Layer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98848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6" name="Shape 11"/>
          <p:cNvSpPr/>
          <p:nvPr/>
        </p:nvSpPr>
        <p:spPr>
          <a:xfrm>
            <a:off x="4672584" y="1051560"/>
            <a:ext cx="114300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1234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18304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Layer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843016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016752" y="1051560"/>
            <a:ext cx="1143000" cy="14630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12344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62472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Layer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187184" y="1746504"/>
            <a:ext cx="146304" cy="7315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24" name="Shape 17"/>
          <p:cNvSpPr/>
          <p:nvPr/>
        </p:nvSpPr>
        <p:spPr>
          <a:xfrm>
            <a:off x="7360920" y="1051560"/>
            <a:ext cx="1143000" cy="1463040"/>
          </a:xfrm>
          <a:prstGeom prst="rect">
            <a:avLst/>
          </a:prstGeom>
          <a:solidFill>
            <a:srgbClr val="29B6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0" y="123444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06640" y="1691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486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48640" y="288036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1"/>
          <p:cNvSpPr/>
          <p:nvPr/>
        </p:nvSpPr>
        <p:spPr>
          <a:xfrm>
            <a:off x="65836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 Component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5836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ingests a dataset of 1000 entries.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38328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383280" y="288036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25"/>
          <p:cNvSpPr/>
          <p:nvPr/>
        </p:nvSpPr>
        <p:spPr>
          <a:xfrm>
            <a:off x="349300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Model Component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49300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uses a Python-based validation model.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1792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0" y="2880360"/>
            <a:ext cx="260604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29"/>
          <p:cNvSpPr/>
          <p:nvPr/>
        </p:nvSpPr>
        <p:spPr>
          <a:xfrm>
            <a:off x="6327648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 Component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327648" y="33832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evaluates the system's performance based on accuracy and efficiency metrics.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5156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Ingestion 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ingests a dataset of 1000 entries.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05156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Module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preprocesses the data to remove inconsistencies and errors.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05156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0789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Model Module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1691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uses a Python-based validation model to validate the data.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017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Evaluation Module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9436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evaluates the system's performance based on accuracy and efficiency metrics.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Module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displays the results of the validation process.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175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 Module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6364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provides a user interface to interact with the system.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Technology &amp;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138160" cy="6858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326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6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of 1000 entries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170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consists of 1000 entries with 10 features each.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37360"/>
            <a:ext cx="26060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 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100 estimators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and efficiency.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8328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 Machine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204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52044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520440" y="3108960"/>
            <a:ext cx="233172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RBF kernel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204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but low efficiency.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17920" y="1737360"/>
            <a:ext cx="2606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737360"/>
            <a:ext cx="2606040" cy="457200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26" name="Text 23"/>
          <p:cNvSpPr/>
          <p:nvPr/>
        </p:nvSpPr>
        <p:spPr>
          <a:xfrm>
            <a:off x="630936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55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355080" y="2788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55080" y="3108960"/>
            <a:ext cx="2331720" cy="274320"/>
          </a:xfrm>
          <a:prstGeom prst="rect">
            <a:avLst/>
          </a:prstGeom>
          <a:solidFill>
            <a:srgbClr val="29B6F6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100 estimators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550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but low efficiency.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data ingestion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25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03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data preprocessing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validation 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886200" cy="1508760"/>
          </a:xfrm>
          <a:prstGeom prst="rect">
            <a:avLst/>
          </a:prstGeom>
          <a:solidFill>
            <a:srgbClr val="E8E0D8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4069080"/>
            <a:ext cx="3886200" cy="320040"/>
          </a:xfrm>
          <a:prstGeom prst="rect">
            <a:avLst/>
          </a:prstGeom>
          <a:solidFill>
            <a:srgbClr val="0D1B2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performance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undergoes unit testing to ensure individual components function correctly.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undergoes integration testing to ensure components work together seamlessly.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undergoes system testing to ensure it meets the requirements.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86868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868680"/>
            <a:ext cx="1920240" cy="36576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60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Acceptance 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undergoes user acceptance testing to ensure it meets user expectations.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92608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ingests the dataset correctly.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preprocessing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preprocesses the data correctly.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validation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validates the data correctly.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performance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evaluates its performance correctly.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user interface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provides a user-friendly interface.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68680"/>
            <a:ext cx="54864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914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6948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5819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581912"/>
            <a:ext cx="54864" cy="5669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69480" y="1627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295144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295144"/>
            <a:ext cx="54864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69480" y="23408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29B6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achieves a high accuracy rate of 95% and an average processing time of 2 seconds.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29184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0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554480"/>
            <a:ext cx="3474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achieves a high accuracy rate of 95%.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has an average processing time of 2 seconds.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user-friendly interface.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0D1B2A"/>
          </a:solidFill>
          <a:ln w="3810">
            <a:solidFill>
              <a:srgbClr val="5C7A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607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system with a larger dataset.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system's performance on different hardware configurations.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use of other machine learning algorithms.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45720" cy="47548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Smith et al., "Data Validation using Machine Learning," in Journal of Machine Learning, 2020, pp. 10-20.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BBD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35608"/>
            <a:ext cx="45720" cy="47548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3560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Johnson et al., "Python for Data Analysis," in Journal of Data Analysis, 2019, pp. 5-15.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BBD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02536"/>
            <a:ext cx="45720" cy="47548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0253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Williams et al., "Automated Data Validation," in Journal of Automated Systems, 2018, pp. 20-30.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BBDE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9464"/>
            <a:ext cx="45720" cy="47548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946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Davis et al., "Data Validation using Python," in Journal of Python Applications, 2017, pp. 15-25.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8229600" cy="475488"/>
          </a:xfrm>
          <a:prstGeom prst="rect">
            <a:avLst/>
          </a:prstGeom>
          <a:solidFill>
            <a:srgbClr val="FFF8F0"/>
          </a:solidFill>
          <a:ln w="3810">
            <a:solidFill>
              <a:srgbClr val="BBD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36392"/>
            <a:ext cx="45720" cy="475488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3639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Brown et al., "Machine Learning for Data Validation," in Journal of Machine Learning Applications, 2016, pp. 10-20.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9B6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the effectiveness of Python for data validation tasks.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3977640"/>
            <a:ext cx="2743200" cy="27432"/>
          </a:xfrm>
          <a:prstGeom prst="rect">
            <a:avLst/>
          </a:prstGeom>
          <a:solidFill>
            <a:srgbClr val="29B6F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Project</dc:title>
  <dc:subject>PptxGenJS Presentation</dc:subject>
  <dc:creator>AI PPT Generator</dc:creator>
  <cp:lastModifiedBy>AI PPT Generator</cp:lastModifiedBy>
  <cp:revision>1</cp:revision>
  <dcterms:created xsi:type="dcterms:W3CDTF">2026-03-30T00:45:19Z</dcterms:created>
  <dcterms:modified xsi:type="dcterms:W3CDTF">2026-03-30T00:45:19Z</dcterms:modified>
</cp:coreProperties>
</file>